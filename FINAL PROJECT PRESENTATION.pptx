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8ECE1-927D-4173-A189-C1BB4D512CE0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BD46E9-5481-414A-8947-209C72053956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 i="0"/>
            <a:t>Economic:</a:t>
          </a:r>
          <a:endParaRPr lang="en-ZA" b="0" i="0"/>
        </a:p>
      </dgm:t>
    </dgm:pt>
    <dgm:pt modelId="{3430F8B7-A74A-407F-B647-B1CE21E85B7D}" type="parTrans" cxnId="{AA8BCE34-D95A-48E3-9DD4-ADD3AEFB4986}">
      <dgm:prSet/>
      <dgm:spPr/>
      <dgm:t>
        <a:bodyPr/>
        <a:lstStyle/>
        <a:p>
          <a:endParaRPr lang="en-ZA"/>
        </a:p>
      </dgm:t>
    </dgm:pt>
    <dgm:pt modelId="{67F93EB1-C503-42ED-839D-2C6A940016E8}" type="sibTrans" cxnId="{AA8BCE34-D95A-48E3-9DD4-ADD3AEFB4986}">
      <dgm:prSet/>
      <dgm:spPr/>
      <dgm:t>
        <a:bodyPr/>
        <a:lstStyle/>
        <a:p>
          <a:endParaRPr lang="en-ZA"/>
        </a:p>
      </dgm:t>
    </dgm:pt>
    <dgm:pt modelId="{8FD9A5CC-BDA0-45EB-9C1D-D2F07FF9E795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0" i="0" dirty="0"/>
            <a:t>Lower irrigation &amp; energy costs</a:t>
          </a:r>
        </a:p>
      </dgm:t>
    </dgm:pt>
    <dgm:pt modelId="{60E3F661-9ABA-4BE2-BCF1-44FBE552A032}" type="parTrans" cxnId="{D0DF0307-E78E-4E75-9151-22B93BE3FE0C}">
      <dgm:prSet/>
      <dgm:spPr/>
      <dgm:t>
        <a:bodyPr/>
        <a:lstStyle/>
        <a:p>
          <a:endParaRPr lang="en-ZA"/>
        </a:p>
      </dgm:t>
    </dgm:pt>
    <dgm:pt modelId="{27395CBF-CD20-4046-816F-FBE312570646}" type="sibTrans" cxnId="{D0DF0307-E78E-4E75-9151-22B93BE3FE0C}">
      <dgm:prSet/>
      <dgm:spPr/>
      <dgm:t>
        <a:bodyPr/>
        <a:lstStyle/>
        <a:p>
          <a:endParaRPr lang="en-ZA"/>
        </a:p>
      </dgm:t>
    </dgm:pt>
    <dgm:pt modelId="{90A24E15-2C24-493D-AB77-9E44A768BF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Increased crop yields &amp; farm profitability</a:t>
          </a:r>
        </a:p>
      </dgm:t>
    </dgm:pt>
    <dgm:pt modelId="{F824913F-B1B9-4E0F-8BC0-783E0CF02501}" type="parTrans" cxnId="{53F7F75B-AC1D-49F2-A1B9-B561C9F195B4}">
      <dgm:prSet/>
      <dgm:spPr/>
      <dgm:t>
        <a:bodyPr/>
        <a:lstStyle/>
        <a:p>
          <a:endParaRPr lang="en-ZA"/>
        </a:p>
      </dgm:t>
    </dgm:pt>
    <dgm:pt modelId="{A73CC0F1-6C63-447F-906D-C3D84C7A9E19}" type="sibTrans" cxnId="{53F7F75B-AC1D-49F2-A1B9-B561C9F195B4}">
      <dgm:prSet/>
      <dgm:spPr/>
      <dgm:t>
        <a:bodyPr/>
        <a:lstStyle/>
        <a:p>
          <a:endParaRPr lang="en-ZA"/>
        </a:p>
      </dgm:t>
    </dgm:pt>
    <dgm:pt modelId="{1C677A12-4947-4AC9-850F-3725A888567F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 i="0"/>
            <a:t>Environmental:</a:t>
          </a:r>
          <a:endParaRPr lang="en-ZA" b="0" i="0"/>
        </a:p>
      </dgm:t>
    </dgm:pt>
    <dgm:pt modelId="{073CC116-81E6-4AB5-A137-2EE397C2797E}" type="parTrans" cxnId="{382B4A30-F333-4389-BB4B-918920DB4E57}">
      <dgm:prSet/>
      <dgm:spPr/>
      <dgm:t>
        <a:bodyPr/>
        <a:lstStyle/>
        <a:p>
          <a:endParaRPr lang="en-ZA"/>
        </a:p>
      </dgm:t>
    </dgm:pt>
    <dgm:pt modelId="{AA4ABE74-ACE9-4330-9652-7A720060948E}" type="sibTrans" cxnId="{382B4A30-F333-4389-BB4B-918920DB4E57}">
      <dgm:prSet/>
      <dgm:spPr/>
      <dgm:t>
        <a:bodyPr/>
        <a:lstStyle/>
        <a:p>
          <a:endParaRPr lang="en-ZA"/>
        </a:p>
      </dgm:t>
    </dgm:pt>
    <dgm:pt modelId="{3377AE2E-7D81-4032-8B20-A4DF8FA1F3A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0" i="0" dirty="0"/>
            <a:t>Reduced water wastage</a:t>
          </a:r>
        </a:p>
      </dgm:t>
    </dgm:pt>
    <dgm:pt modelId="{5C7205AD-1E0B-4DD3-9E32-58FF23BABA8B}" type="parTrans" cxnId="{EE0A4D2B-C35B-4398-878B-2C7A6BECCD40}">
      <dgm:prSet/>
      <dgm:spPr/>
      <dgm:t>
        <a:bodyPr/>
        <a:lstStyle/>
        <a:p>
          <a:endParaRPr lang="en-ZA"/>
        </a:p>
      </dgm:t>
    </dgm:pt>
    <dgm:pt modelId="{D5975B2A-9427-45F3-A970-581A11A21C11}" type="sibTrans" cxnId="{EE0A4D2B-C35B-4398-878B-2C7A6BECCD40}">
      <dgm:prSet/>
      <dgm:spPr/>
      <dgm:t>
        <a:bodyPr/>
        <a:lstStyle/>
        <a:p>
          <a:endParaRPr lang="en-ZA"/>
        </a:p>
      </dgm:t>
    </dgm:pt>
    <dgm:pt modelId="{25157ABB-DACF-4F2C-9831-3D569A2FE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Improved soil health &amp; less nutrient runoff</a:t>
          </a:r>
        </a:p>
      </dgm:t>
    </dgm:pt>
    <dgm:pt modelId="{3B78A2A4-8F8D-48EA-8C00-2310542C5AAD}" type="parTrans" cxnId="{A2859450-7831-4111-9443-DA40D21BF0A6}">
      <dgm:prSet/>
      <dgm:spPr/>
      <dgm:t>
        <a:bodyPr/>
        <a:lstStyle/>
        <a:p>
          <a:endParaRPr lang="en-ZA"/>
        </a:p>
      </dgm:t>
    </dgm:pt>
    <dgm:pt modelId="{1C52532A-3355-49C8-AC36-74BDF0B269C8}" type="sibTrans" cxnId="{A2859450-7831-4111-9443-DA40D21BF0A6}">
      <dgm:prSet/>
      <dgm:spPr/>
      <dgm:t>
        <a:bodyPr/>
        <a:lstStyle/>
        <a:p>
          <a:endParaRPr lang="en-ZA"/>
        </a:p>
      </dgm:t>
    </dgm:pt>
    <dgm:pt modelId="{A26B785F-97D2-417B-A47E-74FABBCAC334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 i="0"/>
            <a:t>Social:</a:t>
          </a:r>
          <a:endParaRPr lang="en-ZA" b="0" i="0"/>
        </a:p>
      </dgm:t>
    </dgm:pt>
    <dgm:pt modelId="{987CF8BC-9315-4319-9AFF-6EA08A6C00F3}" type="parTrans" cxnId="{1A853EA2-F5FB-4AA3-B055-FBDBB8D38E0E}">
      <dgm:prSet/>
      <dgm:spPr/>
      <dgm:t>
        <a:bodyPr/>
        <a:lstStyle/>
        <a:p>
          <a:endParaRPr lang="en-ZA"/>
        </a:p>
      </dgm:t>
    </dgm:pt>
    <dgm:pt modelId="{58C099B2-C34A-477F-90A4-AF38DFC0DB1E}" type="sibTrans" cxnId="{1A853EA2-F5FB-4AA3-B055-FBDBB8D38E0E}">
      <dgm:prSet/>
      <dgm:spPr/>
      <dgm:t>
        <a:bodyPr/>
        <a:lstStyle/>
        <a:p>
          <a:endParaRPr lang="en-ZA"/>
        </a:p>
      </dgm:t>
    </dgm:pt>
    <dgm:pt modelId="{B5C606E0-674E-45E1-83C1-EEC26246F0CB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0" i="0" dirty="0"/>
            <a:t>Better livelihoods for farmers</a:t>
          </a:r>
        </a:p>
      </dgm:t>
    </dgm:pt>
    <dgm:pt modelId="{6D6E69A2-5C95-4284-AED3-0975D0865484}" type="parTrans" cxnId="{B72F58BE-5F40-4244-A4D8-22AEAFF990EE}">
      <dgm:prSet/>
      <dgm:spPr/>
      <dgm:t>
        <a:bodyPr/>
        <a:lstStyle/>
        <a:p>
          <a:endParaRPr lang="en-ZA"/>
        </a:p>
      </dgm:t>
    </dgm:pt>
    <dgm:pt modelId="{49256A5E-703B-4809-A2A6-699CB8C59662}" type="sibTrans" cxnId="{B72F58BE-5F40-4244-A4D8-22AEAFF990EE}">
      <dgm:prSet/>
      <dgm:spPr/>
      <dgm:t>
        <a:bodyPr/>
        <a:lstStyle/>
        <a:p>
          <a:endParaRPr lang="en-ZA"/>
        </a:p>
      </dgm:t>
    </dgm:pt>
    <dgm:pt modelId="{592CBC82-C7B9-4E11-8043-5BB02B4B9B1A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0" i="0"/>
            <a:t>Enhanced food security</a:t>
          </a:r>
        </a:p>
      </dgm:t>
    </dgm:pt>
    <dgm:pt modelId="{73898526-1E26-470B-ADA8-4CB5DFFB2B61}" type="parTrans" cxnId="{85654BBC-CB52-4B6B-9A6D-50B681D03B7D}">
      <dgm:prSet/>
      <dgm:spPr/>
      <dgm:t>
        <a:bodyPr/>
        <a:lstStyle/>
        <a:p>
          <a:endParaRPr lang="en-ZA"/>
        </a:p>
      </dgm:t>
    </dgm:pt>
    <dgm:pt modelId="{27772B5F-761F-42C0-AD0E-F972797D459C}" type="sibTrans" cxnId="{85654BBC-CB52-4B6B-9A6D-50B681D03B7D}">
      <dgm:prSet/>
      <dgm:spPr/>
      <dgm:t>
        <a:bodyPr/>
        <a:lstStyle/>
        <a:p>
          <a:endParaRPr lang="en-ZA"/>
        </a:p>
      </dgm:t>
    </dgm:pt>
    <dgm:pt modelId="{8EFB65CA-39B0-491E-9D06-00A03EB64A65}" type="pres">
      <dgm:prSet presAssocID="{9C88ECE1-927D-4173-A189-C1BB4D512CE0}" presName="vert0" presStyleCnt="0">
        <dgm:presLayoutVars>
          <dgm:dir/>
          <dgm:animOne val="branch"/>
          <dgm:animLvl val="lvl"/>
        </dgm:presLayoutVars>
      </dgm:prSet>
      <dgm:spPr/>
    </dgm:pt>
    <dgm:pt modelId="{D4165062-56CB-447F-AAFE-51D19E6E9FDC}" type="pres">
      <dgm:prSet presAssocID="{5DBD46E9-5481-414A-8947-209C72053956}" presName="thickLine" presStyleLbl="alignNode1" presStyleIdx="0" presStyleCnt="9"/>
      <dgm:spPr/>
    </dgm:pt>
    <dgm:pt modelId="{4B5D82A1-09CF-4360-960D-E241842F082F}" type="pres">
      <dgm:prSet presAssocID="{5DBD46E9-5481-414A-8947-209C72053956}" presName="horz1" presStyleCnt="0"/>
      <dgm:spPr/>
    </dgm:pt>
    <dgm:pt modelId="{EBDD6C60-41D0-4AD6-93D4-A038A7107809}" type="pres">
      <dgm:prSet presAssocID="{5DBD46E9-5481-414A-8947-209C72053956}" presName="tx1" presStyleLbl="revTx" presStyleIdx="0" presStyleCnt="9"/>
      <dgm:spPr/>
    </dgm:pt>
    <dgm:pt modelId="{7ED3EF9E-2A05-478F-BAD7-0375EF846572}" type="pres">
      <dgm:prSet presAssocID="{5DBD46E9-5481-414A-8947-209C72053956}" presName="vert1" presStyleCnt="0"/>
      <dgm:spPr/>
    </dgm:pt>
    <dgm:pt modelId="{9505962B-14BA-4AF2-A54A-1B78D6C4BD7E}" type="pres">
      <dgm:prSet presAssocID="{8FD9A5CC-BDA0-45EB-9C1D-D2F07FF9E795}" presName="thickLine" presStyleLbl="alignNode1" presStyleIdx="1" presStyleCnt="9"/>
      <dgm:spPr/>
    </dgm:pt>
    <dgm:pt modelId="{F4849AD5-7D1C-441E-8FE8-DB68C8EA7F81}" type="pres">
      <dgm:prSet presAssocID="{8FD9A5CC-BDA0-45EB-9C1D-D2F07FF9E795}" presName="horz1" presStyleCnt="0"/>
      <dgm:spPr/>
    </dgm:pt>
    <dgm:pt modelId="{9B038482-D45C-4D76-BA68-0C9D090B1939}" type="pres">
      <dgm:prSet presAssocID="{8FD9A5CC-BDA0-45EB-9C1D-D2F07FF9E795}" presName="tx1" presStyleLbl="revTx" presStyleIdx="1" presStyleCnt="9"/>
      <dgm:spPr/>
    </dgm:pt>
    <dgm:pt modelId="{4AB0BD8E-FA71-4695-9857-64B8914AC76A}" type="pres">
      <dgm:prSet presAssocID="{8FD9A5CC-BDA0-45EB-9C1D-D2F07FF9E795}" presName="vert1" presStyleCnt="0"/>
      <dgm:spPr/>
    </dgm:pt>
    <dgm:pt modelId="{75786068-3856-438E-B0F3-4E09BDFC470A}" type="pres">
      <dgm:prSet presAssocID="{90A24E15-2C24-493D-AB77-9E44A768BF17}" presName="thickLine" presStyleLbl="alignNode1" presStyleIdx="2" presStyleCnt="9"/>
      <dgm:spPr/>
    </dgm:pt>
    <dgm:pt modelId="{322DB107-242F-4BE5-9930-BDFCA84387DF}" type="pres">
      <dgm:prSet presAssocID="{90A24E15-2C24-493D-AB77-9E44A768BF17}" presName="horz1" presStyleCnt="0"/>
      <dgm:spPr/>
    </dgm:pt>
    <dgm:pt modelId="{87B89997-931D-49F5-BD28-403ADCA9BFF6}" type="pres">
      <dgm:prSet presAssocID="{90A24E15-2C24-493D-AB77-9E44A768BF17}" presName="tx1" presStyleLbl="revTx" presStyleIdx="2" presStyleCnt="9"/>
      <dgm:spPr/>
    </dgm:pt>
    <dgm:pt modelId="{1F1BD0A7-B0B1-4073-AC45-A34311F091AB}" type="pres">
      <dgm:prSet presAssocID="{90A24E15-2C24-493D-AB77-9E44A768BF17}" presName="vert1" presStyleCnt="0"/>
      <dgm:spPr/>
    </dgm:pt>
    <dgm:pt modelId="{AA77DA4E-17A6-46BD-8E0A-F856DF8682A7}" type="pres">
      <dgm:prSet presAssocID="{1C677A12-4947-4AC9-850F-3725A888567F}" presName="thickLine" presStyleLbl="alignNode1" presStyleIdx="3" presStyleCnt="9"/>
      <dgm:spPr/>
    </dgm:pt>
    <dgm:pt modelId="{15C8C950-0450-4494-841E-A1BB5CD6437F}" type="pres">
      <dgm:prSet presAssocID="{1C677A12-4947-4AC9-850F-3725A888567F}" presName="horz1" presStyleCnt="0"/>
      <dgm:spPr/>
    </dgm:pt>
    <dgm:pt modelId="{BD52E63E-3A54-4080-ABEB-5DEA9AE5A93A}" type="pres">
      <dgm:prSet presAssocID="{1C677A12-4947-4AC9-850F-3725A888567F}" presName="tx1" presStyleLbl="revTx" presStyleIdx="3" presStyleCnt="9"/>
      <dgm:spPr/>
    </dgm:pt>
    <dgm:pt modelId="{692D0F09-A0B6-4C6D-995A-302BA3383804}" type="pres">
      <dgm:prSet presAssocID="{1C677A12-4947-4AC9-850F-3725A888567F}" presName="vert1" presStyleCnt="0"/>
      <dgm:spPr/>
    </dgm:pt>
    <dgm:pt modelId="{1944C8DE-B0AC-49C8-B547-9D33234081CD}" type="pres">
      <dgm:prSet presAssocID="{3377AE2E-7D81-4032-8B20-A4DF8FA1F3A3}" presName="thickLine" presStyleLbl="alignNode1" presStyleIdx="4" presStyleCnt="9"/>
      <dgm:spPr/>
    </dgm:pt>
    <dgm:pt modelId="{A9C01F1E-458A-4074-8D40-E3764CEEC6DA}" type="pres">
      <dgm:prSet presAssocID="{3377AE2E-7D81-4032-8B20-A4DF8FA1F3A3}" presName="horz1" presStyleCnt="0"/>
      <dgm:spPr/>
    </dgm:pt>
    <dgm:pt modelId="{7D46C260-4529-4E0D-ACD7-76ACF94311CC}" type="pres">
      <dgm:prSet presAssocID="{3377AE2E-7D81-4032-8B20-A4DF8FA1F3A3}" presName="tx1" presStyleLbl="revTx" presStyleIdx="4" presStyleCnt="9"/>
      <dgm:spPr/>
    </dgm:pt>
    <dgm:pt modelId="{DC97006A-E211-4A7A-A50A-D3D166E31D8F}" type="pres">
      <dgm:prSet presAssocID="{3377AE2E-7D81-4032-8B20-A4DF8FA1F3A3}" presName="vert1" presStyleCnt="0"/>
      <dgm:spPr/>
    </dgm:pt>
    <dgm:pt modelId="{81EF0C7F-BDE3-4F86-A1E0-D64C7E7A253E}" type="pres">
      <dgm:prSet presAssocID="{25157ABB-DACF-4F2C-9831-3D569A2FE2FC}" presName="thickLine" presStyleLbl="alignNode1" presStyleIdx="5" presStyleCnt="9"/>
      <dgm:spPr/>
    </dgm:pt>
    <dgm:pt modelId="{C3221972-B035-46F5-9179-ACBE4DBE39A6}" type="pres">
      <dgm:prSet presAssocID="{25157ABB-DACF-4F2C-9831-3D569A2FE2FC}" presName="horz1" presStyleCnt="0"/>
      <dgm:spPr/>
    </dgm:pt>
    <dgm:pt modelId="{D1B27D45-9E07-4064-BB13-640E591B9423}" type="pres">
      <dgm:prSet presAssocID="{25157ABB-DACF-4F2C-9831-3D569A2FE2FC}" presName="tx1" presStyleLbl="revTx" presStyleIdx="5" presStyleCnt="9"/>
      <dgm:spPr/>
    </dgm:pt>
    <dgm:pt modelId="{7781AF51-7730-4B82-829F-2D095A9A9673}" type="pres">
      <dgm:prSet presAssocID="{25157ABB-DACF-4F2C-9831-3D569A2FE2FC}" presName="vert1" presStyleCnt="0"/>
      <dgm:spPr/>
    </dgm:pt>
    <dgm:pt modelId="{7CE90FBF-E23C-4BD9-BBE0-C2C17D6119D7}" type="pres">
      <dgm:prSet presAssocID="{A26B785F-97D2-417B-A47E-74FABBCAC334}" presName="thickLine" presStyleLbl="alignNode1" presStyleIdx="6" presStyleCnt="9"/>
      <dgm:spPr/>
    </dgm:pt>
    <dgm:pt modelId="{494A6F1C-C022-42EA-8CAC-6651E9704A66}" type="pres">
      <dgm:prSet presAssocID="{A26B785F-97D2-417B-A47E-74FABBCAC334}" presName="horz1" presStyleCnt="0"/>
      <dgm:spPr/>
    </dgm:pt>
    <dgm:pt modelId="{BD781E08-BBD4-4354-BB0A-950ABD03D6AF}" type="pres">
      <dgm:prSet presAssocID="{A26B785F-97D2-417B-A47E-74FABBCAC334}" presName="tx1" presStyleLbl="revTx" presStyleIdx="6" presStyleCnt="9"/>
      <dgm:spPr/>
    </dgm:pt>
    <dgm:pt modelId="{B4703858-753D-425F-AB62-2553E8F090DD}" type="pres">
      <dgm:prSet presAssocID="{A26B785F-97D2-417B-A47E-74FABBCAC334}" presName="vert1" presStyleCnt="0"/>
      <dgm:spPr/>
    </dgm:pt>
    <dgm:pt modelId="{4CE42B03-3EEA-4E14-BCF0-4ECD9AA55BC8}" type="pres">
      <dgm:prSet presAssocID="{B5C606E0-674E-45E1-83C1-EEC26246F0CB}" presName="thickLine" presStyleLbl="alignNode1" presStyleIdx="7" presStyleCnt="9"/>
      <dgm:spPr/>
    </dgm:pt>
    <dgm:pt modelId="{E85809EE-80D7-4DD2-A6B1-7BE3C854CCB3}" type="pres">
      <dgm:prSet presAssocID="{B5C606E0-674E-45E1-83C1-EEC26246F0CB}" presName="horz1" presStyleCnt="0"/>
      <dgm:spPr/>
    </dgm:pt>
    <dgm:pt modelId="{94903657-D31D-43C6-9E70-0E5197C5DD98}" type="pres">
      <dgm:prSet presAssocID="{B5C606E0-674E-45E1-83C1-EEC26246F0CB}" presName="tx1" presStyleLbl="revTx" presStyleIdx="7" presStyleCnt="9"/>
      <dgm:spPr/>
    </dgm:pt>
    <dgm:pt modelId="{E90E7241-5349-460D-AEA3-B7486B45A44B}" type="pres">
      <dgm:prSet presAssocID="{B5C606E0-674E-45E1-83C1-EEC26246F0CB}" presName="vert1" presStyleCnt="0"/>
      <dgm:spPr/>
    </dgm:pt>
    <dgm:pt modelId="{0D089CBA-9E46-4C25-9CEB-4E426C2705AA}" type="pres">
      <dgm:prSet presAssocID="{592CBC82-C7B9-4E11-8043-5BB02B4B9B1A}" presName="thickLine" presStyleLbl="alignNode1" presStyleIdx="8" presStyleCnt="9"/>
      <dgm:spPr/>
    </dgm:pt>
    <dgm:pt modelId="{0A8A1194-3243-4FC8-A66E-D6968E681944}" type="pres">
      <dgm:prSet presAssocID="{592CBC82-C7B9-4E11-8043-5BB02B4B9B1A}" presName="horz1" presStyleCnt="0"/>
      <dgm:spPr/>
    </dgm:pt>
    <dgm:pt modelId="{E6B5AFEA-0993-4E9B-97EC-B8F813012E75}" type="pres">
      <dgm:prSet presAssocID="{592CBC82-C7B9-4E11-8043-5BB02B4B9B1A}" presName="tx1" presStyleLbl="revTx" presStyleIdx="8" presStyleCnt="9"/>
      <dgm:spPr/>
    </dgm:pt>
    <dgm:pt modelId="{52299B62-54BE-48DA-8CC5-E099D5B48594}" type="pres">
      <dgm:prSet presAssocID="{592CBC82-C7B9-4E11-8043-5BB02B4B9B1A}" presName="vert1" presStyleCnt="0"/>
      <dgm:spPr/>
    </dgm:pt>
  </dgm:ptLst>
  <dgm:cxnLst>
    <dgm:cxn modelId="{D0DF0307-E78E-4E75-9151-22B93BE3FE0C}" srcId="{9C88ECE1-927D-4173-A189-C1BB4D512CE0}" destId="{8FD9A5CC-BDA0-45EB-9C1D-D2F07FF9E795}" srcOrd="1" destOrd="0" parTransId="{60E3F661-9ABA-4BE2-BCF1-44FBE552A032}" sibTransId="{27395CBF-CD20-4046-816F-FBE312570646}"/>
    <dgm:cxn modelId="{7E6C1126-07F6-432E-90CE-CE014B873343}" type="presOf" srcId="{90A24E15-2C24-493D-AB77-9E44A768BF17}" destId="{87B89997-931D-49F5-BD28-403ADCA9BFF6}" srcOrd="0" destOrd="0" presId="urn:microsoft.com/office/officeart/2008/layout/LinedList"/>
    <dgm:cxn modelId="{EE0A4D2B-C35B-4398-878B-2C7A6BECCD40}" srcId="{9C88ECE1-927D-4173-A189-C1BB4D512CE0}" destId="{3377AE2E-7D81-4032-8B20-A4DF8FA1F3A3}" srcOrd="4" destOrd="0" parTransId="{5C7205AD-1E0B-4DD3-9E32-58FF23BABA8B}" sibTransId="{D5975B2A-9427-45F3-A970-581A11A21C11}"/>
    <dgm:cxn modelId="{382B4A30-F333-4389-BB4B-918920DB4E57}" srcId="{9C88ECE1-927D-4173-A189-C1BB4D512CE0}" destId="{1C677A12-4947-4AC9-850F-3725A888567F}" srcOrd="3" destOrd="0" parTransId="{073CC116-81E6-4AB5-A137-2EE397C2797E}" sibTransId="{AA4ABE74-ACE9-4330-9652-7A720060948E}"/>
    <dgm:cxn modelId="{AA8BCE34-D95A-48E3-9DD4-ADD3AEFB4986}" srcId="{9C88ECE1-927D-4173-A189-C1BB4D512CE0}" destId="{5DBD46E9-5481-414A-8947-209C72053956}" srcOrd="0" destOrd="0" parTransId="{3430F8B7-A74A-407F-B647-B1CE21E85B7D}" sibTransId="{67F93EB1-C503-42ED-839D-2C6A940016E8}"/>
    <dgm:cxn modelId="{53F7F75B-AC1D-49F2-A1B9-B561C9F195B4}" srcId="{9C88ECE1-927D-4173-A189-C1BB4D512CE0}" destId="{90A24E15-2C24-493D-AB77-9E44A768BF17}" srcOrd="2" destOrd="0" parTransId="{F824913F-B1B9-4E0F-8BC0-783E0CF02501}" sibTransId="{A73CC0F1-6C63-447F-906D-C3D84C7A9E19}"/>
    <dgm:cxn modelId="{849ED769-9DB5-4299-BB73-8CBE29784E1A}" type="presOf" srcId="{1C677A12-4947-4AC9-850F-3725A888567F}" destId="{BD52E63E-3A54-4080-ABEB-5DEA9AE5A93A}" srcOrd="0" destOrd="0" presId="urn:microsoft.com/office/officeart/2008/layout/LinedList"/>
    <dgm:cxn modelId="{FAB3986D-1030-4FE8-82CE-A76C9936DE8D}" type="presOf" srcId="{25157ABB-DACF-4F2C-9831-3D569A2FE2FC}" destId="{D1B27D45-9E07-4064-BB13-640E591B9423}" srcOrd="0" destOrd="0" presId="urn:microsoft.com/office/officeart/2008/layout/LinedList"/>
    <dgm:cxn modelId="{A2859450-7831-4111-9443-DA40D21BF0A6}" srcId="{9C88ECE1-927D-4173-A189-C1BB4D512CE0}" destId="{25157ABB-DACF-4F2C-9831-3D569A2FE2FC}" srcOrd="5" destOrd="0" parTransId="{3B78A2A4-8F8D-48EA-8C00-2310542C5AAD}" sibTransId="{1C52532A-3355-49C8-AC36-74BDF0B269C8}"/>
    <dgm:cxn modelId="{BB67225A-AFC4-4390-B043-2435380AFFE2}" type="presOf" srcId="{3377AE2E-7D81-4032-8B20-A4DF8FA1F3A3}" destId="{7D46C260-4529-4E0D-ACD7-76ACF94311CC}" srcOrd="0" destOrd="0" presId="urn:microsoft.com/office/officeart/2008/layout/LinedList"/>
    <dgm:cxn modelId="{1A853EA2-F5FB-4AA3-B055-FBDBB8D38E0E}" srcId="{9C88ECE1-927D-4173-A189-C1BB4D512CE0}" destId="{A26B785F-97D2-417B-A47E-74FABBCAC334}" srcOrd="6" destOrd="0" parTransId="{987CF8BC-9315-4319-9AFF-6EA08A6C00F3}" sibTransId="{58C099B2-C34A-477F-90A4-AF38DFC0DB1E}"/>
    <dgm:cxn modelId="{DDF9D7A3-81D6-4C45-A477-3CEB3FB97C42}" type="presOf" srcId="{B5C606E0-674E-45E1-83C1-EEC26246F0CB}" destId="{94903657-D31D-43C6-9E70-0E5197C5DD98}" srcOrd="0" destOrd="0" presId="urn:microsoft.com/office/officeart/2008/layout/LinedList"/>
    <dgm:cxn modelId="{85654BBC-CB52-4B6B-9A6D-50B681D03B7D}" srcId="{9C88ECE1-927D-4173-A189-C1BB4D512CE0}" destId="{592CBC82-C7B9-4E11-8043-5BB02B4B9B1A}" srcOrd="8" destOrd="0" parTransId="{73898526-1E26-470B-ADA8-4CB5DFFB2B61}" sibTransId="{27772B5F-761F-42C0-AD0E-F972797D459C}"/>
    <dgm:cxn modelId="{B72F58BE-5F40-4244-A4D8-22AEAFF990EE}" srcId="{9C88ECE1-927D-4173-A189-C1BB4D512CE0}" destId="{B5C606E0-674E-45E1-83C1-EEC26246F0CB}" srcOrd="7" destOrd="0" parTransId="{6D6E69A2-5C95-4284-AED3-0975D0865484}" sibTransId="{49256A5E-703B-4809-A2A6-699CB8C59662}"/>
    <dgm:cxn modelId="{368C34C1-DB21-4D24-86B0-A4233D3ED415}" type="presOf" srcId="{9C88ECE1-927D-4173-A189-C1BB4D512CE0}" destId="{8EFB65CA-39B0-491E-9D06-00A03EB64A65}" srcOrd="0" destOrd="0" presId="urn:microsoft.com/office/officeart/2008/layout/LinedList"/>
    <dgm:cxn modelId="{7A819ACA-4B24-4A23-90AE-D9B0B6F4F2D2}" type="presOf" srcId="{A26B785F-97D2-417B-A47E-74FABBCAC334}" destId="{BD781E08-BBD4-4354-BB0A-950ABD03D6AF}" srcOrd="0" destOrd="0" presId="urn:microsoft.com/office/officeart/2008/layout/LinedList"/>
    <dgm:cxn modelId="{253CE1CC-A965-46C9-BA82-11E187448384}" type="presOf" srcId="{5DBD46E9-5481-414A-8947-209C72053956}" destId="{EBDD6C60-41D0-4AD6-93D4-A038A7107809}" srcOrd="0" destOrd="0" presId="urn:microsoft.com/office/officeart/2008/layout/LinedList"/>
    <dgm:cxn modelId="{61EC64DB-B6A9-46D0-9E47-F8753BB418AD}" type="presOf" srcId="{592CBC82-C7B9-4E11-8043-5BB02B4B9B1A}" destId="{E6B5AFEA-0993-4E9B-97EC-B8F813012E75}" srcOrd="0" destOrd="0" presId="urn:microsoft.com/office/officeart/2008/layout/LinedList"/>
    <dgm:cxn modelId="{A581D3EA-7A9E-4D53-AC07-FCF856FD3C2B}" type="presOf" srcId="{8FD9A5CC-BDA0-45EB-9C1D-D2F07FF9E795}" destId="{9B038482-D45C-4D76-BA68-0C9D090B1939}" srcOrd="0" destOrd="0" presId="urn:microsoft.com/office/officeart/2008/layout/LinedList"/>
    <dgm:cxn modelId="{D0F2A94D-B40F-417B-AE41-F632F1837C10}" type="presParOf" srcId="{8EFB65CA-39B0-491E-9D06-00A03EB64A65}" destId="{D4165062-56CB-447F-AAFE-51D19E6E9FDC}" srcOrd="0" destOrd="0" presId="urn:microsoft.com/office/officeart/2008/layout/LinedList"/>
    <dgm:cxn modelId="{02B897A6-018C-4AED-9078-73BEEA8405D6}" type="presParOf" srcId="{8EFB65CA-39B0-491E-9D06-00A03EB64A65}" destId="{4B5D82A1-09CF-4360-960D-E241842F082F}" srcOrd="1" destOrd="0" presId="urn:microsoft.com/office/officeart/2008/layout/LinedList"/>
    <dgm:cxn modelId="{151E065C-DBCC-4201-9EDE-221D6F3BC186}" type="presParOf" srcId="{4B5D82A1-09CF-4360-960D-E241842F082F}" destId="{EBDD6C60-41D0-4AD6-93D4-A038A7107809}" srcOrd="0" destOrd="0" presId="urn:microsoft.com/office/officeart/2008/layout/LinedList"/>
    <dgm:cxn modelId="{7B901D61-FDF6-49D2-BC5D-A7341BB340FE}" type="presParOf" srcId="{4B5D82A1-09CF-4360-960D-E241842F082F}" destId="{7ED3EF9E-2A05-478F-BAD7-0375EF846572}" srcOrd="1" destOrd="0" presId="urn:microsoft.com/office/officeart/2008/layout/LinedList"/>
    <dgm:cxn modelId="{825E2111-E872-4D6B-9795-C95009DBAF95}" type="presParOf" srcId="{8EFB65CA-39B0-491E-9D06-00A03EB64A65}" destId="{9505962B-14BA-4AF2-A54A-1B78D6C4BD7E}" srcOrd="2" destOrd="0" presId="urn:microsoft.com/office/officeart/2008/layout/LinedList"/>
    <dgm:cxn modelId="{3ED6A687-00EC-4065-9D64-8C05D711C915}" type="presParOf" srcId="{8EFB65CA-39B0-491E-9D06-00A03EB64A65}" destId="{F4849AD5-7D1C-441E-8FE8-DB68C8EA7F81}" srcOrd="3" destOrd="0" presId="urn:microsoft.com/office/officeart/2008/layout/LinedList"/>
    <dgm:cxn modelId="{75841482-CED4-4F7C-B011-936FBF8EE123}" type="presParOf" srcId="{F4849AD5-7D1C-441E-8FE8-DB68C8EA7F81}" destId="{9B038482-D45C-4D76-BA68-0C9D090B1939}" srcOrd="0" destOrd="0" presId="urn:microsoft.com/office/officeart/2008/layout/LinedList"/>
    <dgm:cxn modelId="{F4AA1E8B-6031-4210-B8EE-B82B24D2850A}" type="presParOf" srcId="{F4849AD5-7D1C-441E-8FE8-DB68C8EA7F81}" destId="{4AB0BD8E-FA71-4695-9857-64B8914AC76A}" srcOrd="1" destOrd="0" presId="urn:microsoft.com/office/officeart/2008/layout/LinedList"/>
    <dgm:cxn modelId="{3D62E099-09F4-42AA-A7EC-4FE22E689DC7}" type="presParOf" srcId="{8EFB65CA-39B0-491E-9D06-00A03EB64A65}" destId="{75786068-3856-438E-B0F3-4E09BDFC470A}" srcOrd="4" destOrd="0" presId="urn:microsoft.com/office/officeart/2008/layout/LinedList"/>
    <dgm:cxn modelId="{537F1B63-D69A-47E9-8288-2642288AACE2}" type="presParOf" srcId="{8EFB65CA-39B0-491E-9D06-00A03EB64A65}" destId="{322DB107-242F-4BE5-9930-BDFCA84387DF}" srcOrd="5" destOrd="0" presId="urn:microsoft.com/office/officeart/2008/layout/LinedList"/>
    <dgm:cxn modelId="{A1BAA48E-819B-4270-98B9-E65591410A05}" type="presParOf" srcId="{322DB107-242F-4BE5-9930-BDFCA84387DF}" destId="{87B89997-931D-49F5-BD28-403ADCA9BFF6}" srcOrd="0" destOrd="0" presId="urn:microsoft.com/office/officeart/2008/layout/LinedList"/>
    <dgm:cxn modelId="{03D65BBD-E33A-4D1D-86AF-A6659E431319}" type="presParOf" srcId="{322DB107-242F-4BE5-9930-BDFCA84387DF}" destId="{1F1BD0A7-B0B1-4073-AC45-A34311F091AB}" srcOrd="1" destOrd="0" presId="urn:microsoft.com/office/officeart/2008/layout/LinedList"/>
    <dgm:cxn modelId="{C0C8CF56-4B13-4B93-BBF0-50436F3BF55A}" type="presParOf" srcId="{8EFB65CA-39B0-491E-9D06-00A03EB64A65}" destId="{AA77DA4E-17A6-46BD-8E0A-F856DF8682A7}" srcOrd="6" destOrd="0" presId="urn:microsoft.com/office/officeart/2008/layout/LinedList"/>
    <dgm:cxn modelId="{9C6CFFDA-8F18-4167-845D-A2444CD7E827}" type="presParOf" srcId="{8EFB65CA-39B0-491E-9D06-00A03EB64A65}" destId="{15C8C950-0450-4494-841E-A1BB5CD6437F}" srcOrd="7" destOrd="0" presId="urn:microsoft.com/office/officeart/2008/layout/LinedList"/>
    <dgm:cxn modelId="{87B469C2-E0B7-4E2F-99E0-A675BC11F9EC}" type="presParOf" srcId="{15C8C950-0450-4494-841E-A1BB5CD6437F}" destId="{BD52E63E-3A54-4080-ABEB-5DEA9AE5A93A}" srcOrd="0" destOrd="0" presId="urn:microsoft.com/office/officeart/2008/layout/LinedList"/>
    <dgm:cxn modelId="{C5226669-FA3D-400E-B21D-286504221F52}" type="presParOf" srcId="{15C8C950-0450-4494-841E-A1BB5CD6437F}" destId="{692D0F09-A0B6-4C6D-995A-302BA3383804}" srcOrd="1" destOrd="0" presId="urn:microsoft.com/office/officeart/2008/layout/LinedList"/>
    <dgm:cxn modelId="{DDF87AB9-4841-4B5C-B6DB-38938997485F}" type="presParOf" srcId="{8EFB65CA-39B0-491E-9D06-00A03EB64A65}" destId="{1944C8DE-B0AC-49C8-B547-9D33234081CD}" srcOrd="8" destOrd="0" presId="urn:microsoft.com/office/officeart/2008/layout/LinedList"/>
    <dgm:cxn modelId="{CEDAD323-7D4D-47A7-B0EF-81B10DEF6B60}" type="presParOf" srcId="{8EFB65CA-39B0-491E-9D06-00A03EB64A65}" destId="{A9C01F1E-458A-4074-8D40-E3764CEEC6DA}" srcOrd="9" destOrd="0" presId="urn:microsoft.com/office/officeart/2008/layout/LinedList"/>
    <dgm:cxn modelId="{2291FB19-8827-467A-A17E-CB55F2C9C68D}" type="presParOf" srcId="{A9C01F1E-458A-4074-8D40-E3764CEEC6DA}" destId="{7D46C260-4529-4E0D-ACD7-76ACF94311CC}" srcOrd="0" destOrd="0" presId="urn:microsoft.com/office/officeart/2008/layout/LinedList"/>
    <dgm:cxn modelId="{18E88424-8717-43C3-8A00-A75746DE1160}" type="presParOf" srcId="{A9C01F1E-458A-4074-8D40-E3764CEEC6DA}" destId="{DC97006A-E211-4A7A-A50A-D3D166E31D8F}" srcOrd="1" destOrd="0" presId="urn:microsoft.com/office/officeart/2008/layout/LinedList"/>
    <dgm:cxn modelId="{FBF0188D-34CF-4DA3-8D2B-8CDDC1620654}" type="presParOf" srcId="{8EFB65CA-39B0-491E-9D06-00A03EB64A65}" destId="{81EF0C7F-BDE3-4F86-A1E0-D64C7E7A253E}" srcOrd="10" destOrd="0" presId="urn:microsoft.com/office/officeart/2008/layout/LinedList"/>
    <dgm:cxn modelId="{049004F0-EA09-4FFC-AE2A-17B4EF330D59}" type="presParOf" srcId="{8EFB65CA-39B0-491E-9D06-00A03EB64A65}" destId="{C3221972-B035-46F5-9179-ACBE4DBE39A6}" srcOrd="11" destOrd="0" presId="urn:microsoft.com/office/officeart/2008/layout/LinedList"/>
    <dgm:cxn modelId="{34C5330C-F7D5-4F8D-864E-ECCF2AC69499}" type="presParOf" srcId="{C3221972-B035-46F5-9179-ACBE4DBE39A6}" destId="{D1B27D45-9E07-4064-BB13-640E591B9423}" srcOrd="0" destOrd="0" presId="urn:microsoft.com/office/officeart/2008/layout/LinedList"/>
    <dgm:cxn modelId="{42DF685D-F449-4532-84DA-6F3B5A30AC4B}" type="presParOf" srcId="{C3221972-B035-46F5-9179-ACBE4DBE39A6}" destId="{7781AF51-7730-4B82-829F-2D095A9A9673}" srcOrd="1" destOrd="0" presId="urn:microsoft.com/office/officeart/2008/layout/LinedList"/>
    <dgm:cxn modelId="{236A7C23-F62C-4CA1-AEEE-82C08D989149}" type="presParOf" srcId="{8EFB65CA-39B0-491E-9D06-00A03EB64A65}" destId="{7CE90FBF-E23C-4BD9-BBE0-C2C17D6119D7}" srcOrd="12" destOrd="0" presId="urn:microsoft.com/office/officeart/2008/layout/LinedList"/>
    <dgm:cxn modelId="{412ED940-7717-4FB5-9DD3-34647B3592D3}" type="presParOf" srcId="{8EFB65CA-39B0-491E-9D06-00A03EB64A65}" destId="{494A6F1C-C022-42EA-8CAC-6651E9704A66}" srcOrd="13" destOrd="0" presId="urn:microsoft.com/office/officeart/2008/layout/LinedList"/>
    <dgm:cxn modelId="{894C10EC-1AFF-4BC3-9560-915A12C61A9C}" type="presParOf" srcId="{494A6F1C-C022-42EA-8CAC-6651E9704A66}" destId="{BD781E08-BBD4-4354-BB0A-950ABD03D6AF}" srcOrd="0" destOrd="0" presId="urn:microsoft.com/office/officeart/2008/layout/LinedList"/>
    <dgm:cxn modelId="{101A5656-0247-43DD-96BA-7D41B7588713}" type="presParOf" srcId="{494A6F1C-C022-42EA-8CAC-6651E9704A66}" destId="{B4703858-753D-425F-AB62-2553E8F090DD}" srcOrd="1" destOrd="0" presId="urn:microsoft.com/office/officeart/2008/layout/LinedList"/>
    <dgm:cxn modelId="{230EBF21-8431-4A0D-81C5-1A2193C80260}" type="presParOf" srcId="{8EFB65CA-39B0-491E-9D06-00A03EB64A65}" destId="{4CE42B03-3EEA-4E14-BCF0-4ECD9AA55BC8}" srcOrd="14" destOrd="0" presId="urn:microsoft.com/office/officeart/2008/layout/LinedList"/>
    <dgm:cxn modelId="{C1951A67-111B-4854-95A3-9080E91A3109}" type="presParOf" srcId="{8EFB65CA-39B0-491E-9D06-00A03EB64A65}" destId="{E85809EE-80D7-4DD2-A6B1-7BE3C854CCB3}" srcOrd="15" destOrd="0" presId="urn:microsoft.com/office/officeart/2008/layout/LinedList"/>
    <dgm:cxn modelId="{3E82E926-7C39-4F3A-B8F9-47C535DAB9A3}" type="presParOf" srcId="{E85809EE-80D7-4DD2-A6B1-7BE3C854CCB3}" destId="{94903657-D31D-43C6-9E70-0E5197C5DD98}" srcOrd="0" destOrd="0" presId="urn:microsoft.com/office/officeart/2008/layout/LinedList"/>
    <dgm:cxn modelId="{AF72ED2E-5DFF-43A7-9DB0-69962FDA2F02}" type="presParOf" srcId="{E85809EE-80D7-4DD2-A6B1-7BE3C854CCB3}" destId="{E90E7241-5349-460D-AEA3-B7486B45A44B}" srcOrd="1" destOrd="0" presId="urn:microsoft.com/office/officeart/2008/layout/LinedList"/>
    <dgm:cxn modelId="{E2347FE4-A0A1-4E77-AF2D-F74147ADE967}" type="presParOf" srcId="{8EFB65CA-39B0-491E-9D06-00A03EB64A65}" destId="{0D089CBA-9E46-4C25-9CEB-4E426C2705AA}" srcOrd="16" destOrd="0" presId="urn:microsoft.com/office/officeart/2008/layout/LinedList"/>
    <dgm:cxn modelId="{145C77E5-5B61-405F-B52D-5456968B24DA}" type="presParOf" srcId="{8EFB65CA-39B0-491E-9D06-00A03EB64A65}" destId="{0A8A1194-3243-4FC8-A66E-D6968E681944}" srcOrd="17" destOrd="0" presId="urn:microsoft.com/office/officeart/2008/layout/LinedList"/>
    <dgm:cxn modelId="{09231D5A-8B53-47F8-989D-000D0D75913F}" type="presParOf" srcId="{0A8A1194-3243-4FC8-A66E-D6968E681944}" destId="{E6B5AFEA-0993-4E9B-97EC-B8F813012E75}" srcOrd="0" destOrd="0" presId="urn:microsoft.com/office/officeart/2008/layout/LinedList"/>
    <dgm:cxn modelId="{D9C2E549-166C-45C0-80A9-17BB0C8B462D}" type="presParOf" srcId="{0A8A1194-3243-4FC8-A66E-D6968E681944}" destId="{52299B62-54BE-48DA-8CC5-E099D5B485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65062-56CB-447F-AAFE-51D19E6E9FDC}">
      <dsp:nvSpPr>
        <dsp:cNvPr id="0" name=""/>
        <dsp:cNvSpPr/>
      </dsp:nvSpPr>
      <dsp:spPr>
        <a:xfrm>
          <a:off x="0" y="682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D6C60-41D0-4AD6-93D4-A038A7107809}">
      <dsp:nvSpPr>
        <dsp:cNvPr id="0" name=""/>
        <dsp:cNvSpPr/>
      </dsp:nvSpPr>
      <dsp:spPr>
        <a:xfrm>
          <a:off x="0" y="682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i="0" kern="1200"/>
            <a:t>Economic:</a:t>
          </a:r>
          <a:endParaRPr lang="en-ZA" sz="2600" b="0" i="0" kern="1200"/>
        </a:p>
      </dsp:txBody>
      <dsp:txXfrm>
        <a:off x="0" y="682"/>
        <a:ext cx="6245265" cy="620886"/>
      </dsp:txXfrm>
    </dsp:sp>
    <dsp:sp modelId="{9505962B-14BA-4AF2-A54A-1B78D6C4BD7E}">
      <dsp:nvSpPr>
        <dsp:cNvPr id="0" name=""/>
        <dsp:cNvSpPr/>
      </dsp:nvSpPr>
      <dsp:spPr>
        <a:xfrm>
          <a:off x="0" y="621569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38482-D45C-4D76-BA68-0C9D090B1939}">
      <dsp:nvSpPr>
        <dsp:cNvPr id="0" name=""/>
        <dsp:cNvSpPr/>
      </dsp:nvSpPr>
      <dsp:spPr>
        <a:xfrm>
          <a:off x="0" y="621569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0" i="0" kern="1200" dirty="0"/>
            <a:t>Lower irrigation &amp; energy costs</a:t>
          </a:r>
        </a:p>
      </dsp:txBody>
      <dsp:txXfrm>
        <a:off x="0" y="621569"/>
        <a:ext cx="6245265" cy="620886"/>
      </dsp:txXfrm>
    </dsp:sp>
    <dsp:sp modelId="{75786068-3856-438E-B0F3-4E09BDFC470A}">
      <dsp:nvSpPr>
        <dsp:cNvPr id="0" name=""/>
        <dsp:cNvSpPr/>
      </dsp:nvSpPr>
      <dsp:spPr>
        <a:xfrm>
          <a:off x="0" y="1242456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89997-931D-49F5-BD28-403ADCA9BFF6}">
      <dsp:nvSpPr>
        <dsp:cNvPr id="0" name=""/>
        <dsp:cNvSpPr/>
      </dsp:nvSpPr>
      <dsp:spPr>
        <a:xfrm>
          <a:off x="0" y="1242456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Increased crop yields &amp; farm profitability</a:t>
          </a:r>
        </a:p>
      </dsp:txBody>
      <dsp:txXfrm>
        <a:off x="0" y="1242456"/>
        <a:ext cx="6245265" cy="620886"/>
      </dsp:txXfrm>
    </dsp:sp>
    <dsp:sp modelId="{AA77DA4E-17A6-46BD-8E0A-F856DF8682A7}">
      <dsp:nvSpPr>
        <dsp:cNvPr id="0" name=""/>
        <dsp:cNvSpPr/>
      </dsp:nvSpPr>
      <dsp:spPr>
        <a:xfrm>
          <a:off x="0" y="1863343"/>
          <a:ext cx="62452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2E63E-3A54-4080-ABEB-5DEA9AE5A93A}">
      <dsp:nvSpPr>
        <dsp:cNvPr id="0" name=""/>
        <dsp:cNvSpPr/>
      </dsp:nvSpPr>
      <dsp:spPr>
        <a:xfrm>
          <a:off x="0" y="1863343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i="0" kern="1200"/>
            <a:t>Environmental:</a:t>
          </a:r>
          <a:endParaRPr lang="en-ZA" sz="2600" b="0" i="0" kern="1200"/>
        </a:p>
      </dsp:txBody>
      <dsp:txXfrm>
        <a:off x="0" y="1863343"/>
        <a:ext cx="6245265" cy="620886"/>
      </dsp:txXfrm>
    </dsp:sp>
    <dsp:sp modelId="{1944C8DE-B0AC-49C8-B547-9D33234081CD}">
      <dsp:nvSpPr>
        <dsp:cNvPr id="0" name=""/>
        <dsp:cNvSpPr/>
      </dsp:nvSpPr>
      <dsp:spPr>
        <a:xfrm>
          <a:off x="0" y="2484230"/>
          <a:ext cx="624526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6C260-4529-4E0D-ACD7-76ACF94311CC}">
      <dsp:nvSpPr>
        <dsp:cNvPr id="0" name=""/>
        <dsp:cNvSpPr/>
      </dsp:nvSpPr>
      <dsp:spPr>
        <a:xfrm>
          <a:off x="0" y="2484230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0" i="0" kern="1200" dirty="0"/>
            <a:t>Reduced water wastage</a:t>
          </a:r>
        </a:p>
      </dsp:txBody>
      <dsp:txXfrm>
        <a:off x="0" y="2484230"/>
        <a:ext cx="6245265" cy="620886"/>
      </dsp:txXfrm>
    </dsp:sp>
    <dsp:sp modelId="{81EF0C7F-BDE3-4F86-A1E0-D64C7E7A253E}">
      <dsp:nvSpPr>
        <dsp:cNvPr id="0" name=""/>
        <dsp:cNvSpPr/>
      </dsp:nvSpPr>
      <dsp:spPr>
        <a:xfrm>
          <a:off x="0" y="3105116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27D45-9E07-4064-BB13-640E591B9423}">
      <dsp:nvSpPr>
        <dsp:cNvPr id="0" name=""/>
        <dsp:cNvSpPr/>
      </dsp:nvSpPr>
      <dsp:spPr>
        <a:xfrm>
          <a:off x="0" y="3105116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Improved soil health &amp; less nutrient runoff</a:t>
          </a:r>
        </a:p>
      </dsp:txBody>
      <dsp:txXfrm>
        <a:off x="0" y="3105116"/>
        <a:ext cx="6245265" cy="620886"/>
      </dsp:txXfrm>
    </dsp:sp>
    <dsp:sp modelId="{7CE90FBF-E23C-4BD9-BBE0-C2C17D6119D7}">
      <dsp:nvSpPr>
        <dsp:cNvPr id="0" name=""/>
        <dsp:cNvSpPr/>
      </dsp:nvSpPr>
      <dsp:spPr>
        <a:xfrm>
          <a:off x="0" y="3726003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81E08-BBD4-4354-BB0A-950ABD03D6AF}">
      <dsp:nvSpPr>
        <dsp:cNvPr id="0" name=""/>
        <dsp:cNvSpPr/>
      </dsp:nvSpPr>
      <dsp:spPr>
        <a:xfrm>
          <a:off x="0" y="3726003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i="0" kern="1200"/>
            <a:t>Social:</a:t>
          </a:r>
          <a:endParaRPr lang="en-ZA" sz="2600" b="0" i="0" kern="1200"/>
        </a:p>
      </dsp:txBody>
      <dsp:txXfrm>
        <a:off x="0" y="3726003"/>
        <a:ext cx="6245265" cy="620886"/>
      </dsp:txXfrm>
    </dsp:sp>
    <dsp:sp modelId="{4CE42B03-3EEA-4E14-BCF0-4ECD9AA55BC8}">
      <dsp:nvSpPr>
        <dsp:cNvPr id="0" name=""/>
        <dsp:cNvSpPr/>
      </dsp:nvSpPr>
      <dsp:spPr>
        <a:xfrm>
          <a:off x="0" y="4346890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03657-D31D-43C6-9E70-0E5197C5DD98}">
      <dsp:nvSpPr>
        <dsp:cNvPr id="0" name=""/>
        <dsp:cNvSpPr/>
      </dsp:nvSpPr>
      <dsp:spPr>
        <a:xfrm>
          <a:off x="0" y="4346890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0" i="0" kern="1200" dirty="0"/>
            <a:t>Better livelihoods for farmers</a:t>
          </a:r>
        </a:p>
      </dsp:txBody>
      <dsp:txXfrm>
        <a:off x="0" y="4346890"/>
        <a:ext cx="6245265" cy="620886"/>
      </dsp:txXfrm>
    </dsp:sp>
    <dsp:sp modelId="{0D089CBA-9E46-4C25-9CEB-4E426C2705AA}">
      <dsp:nvSpPr>
        <dsp:cNvPr id="0" name=""/>
        <dsp:cNvSpPr/>
      </dsp:nvSpPr>
      <dsp:spPr>
        <a:xfrm>
          <a:off x="0" y="4967777"/>
          <a:ext cx="62452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5AFEA-0993-4E9B-97EC-B8F813012E75}">
      <dsp:nvSpPr>
        <dsp:cNvPr id="0" name=""/>
        <dsp:cNvSpPr/>
      </dsp:nvSpPr>
      <dsp:spPr>
        <a:xfrm>
          <a:off x="0" y="4967777"/>
          <a:ext cx="6245265" cy="620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0" i="0" kern="1200"/>
            <a:t>Enhanced food security</a:t>
          </a:r>
        </a:p>
      </dsp:txBody>
      <dsp:txXfrm>
        <a:off x="0" y="4967777"/>
        <a:ext cx="6245265" cy="620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21207-69DF-44F6-8E2A-E531ACD318C1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EAA03-4249-40C0-B4D1-437A1F7850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169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1EAA03-4249-40C0-B4D1-437A1F78506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5543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F25E-E2FD-2D04-6DF7-2D471139C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2DECF-E9ED-8D89-AE08-88C0F4B2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EFFF1-4D25-28AA-9E75-77521A65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F66E-6D50-2F43-9505-30F62631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25607-AB8D-7BDA-8247-48B38E88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547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FA65-E2C9-0616-04F2-04CA0D3A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353E8-B447-12A7-6F7F-15E493A4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4A839-7394-93ED-63D2-E8C65BFD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CACA-E058-B04C-B517-09D5494F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7D3A-D660-CACB-64B0-71199BF2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9392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9335-D689-852A-59AD-587E4AF2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06C2C-8918-E7D1-560C-7451E269B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B8DB6-180F-4184-4369-14898FB8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E4AE-4EFD-788E-93D7-CA0BBDA9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8481E-514D-4447-5A8F-BDD8E649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389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6547-9138-FE70-B5DB-3723DB14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883C-40D7-444C-65D9-5BF836A92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9E406-9BAF-209D-FAE2-45C8F5001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90DDD-ED4F-5C6D-DEE3-F8E2290B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D4AB8-CCFE-3D1B-E648-ADF7A985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3A8BB-3AAA-A385-CD57-9A3DA00B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968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268D-D581-3E5C-5319-881C194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F96E4-7090-51F3-97C3-1B95F11F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52023-AF77-C541-9D3F-B83859B36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95C4D-0F32-18B0-7518-14714C004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D2EDE-7FB4-EFB3-535C-96A508FD5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81470A-58DA-CC07-A099-523757F0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D2BFA-DE69-F245-104D-72C08040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54BBB-2C2F-E23F-9C20-051DE5ED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318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2373-6769-8B00-9D02-488051AF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9FFD5-1FDD-468B-9C2E-5B35982E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6AEBE-4CEF-7546-6D6B-54AF471D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BA3EF-BD5F-1615-DF4C-BC61886B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180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6F3FC-F4CC-63B2-66DF-3EC9B213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569CE-6462-440F-01A0-F7CC2E76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38DBA-4219-AB69-9918-23A121E1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193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11E6-C2D4-5026-63F5-A4B8487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C0B5-CEEE-B854-AB29-F74A60EC4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96738-370A-7AE9-FBAA-4718871B6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32D2E-1B6B-FC9D-48DC-93CBB594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C4CFE-F0B1-D349-F4CC-844F20D8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5AA84-BEBC-ED93-A073-4712E845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1507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5584-54E4-9F5B-F73A-406510DF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1510B-91F4-9215-B78F-D46F37210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90DCF-DE73-F057-9547-EC45E0D6B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735DC-E421-3429-89F9-2C927693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72A0F-257C-FE01-23FB-79D1CC92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3D86C-52E6-8C93-87C6-3F63F68E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824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D65C-325C-24E4-E323-C96553DD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1B6FC-4E39-ACDE-CD49-725598752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D944-7819-A51E-4001-24E33922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C6B72-E429-2587-55D4-529706B5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122E2-6AC1-43DB-8A02-BDCC9ED9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160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5747D-E59D-1A38-0715-145C17139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3C77F-B7D3-4DB3-AB16-555ACFF07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ADE31-7ECA-75A1-3DD7-A47B7747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35E1-D72F-F3F1-30EB-5CDC41E3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28F88-2E49-9A0E-4E6B-E6C16B8D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545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F421E-27F3-9B74-51F6-E1478C06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28911-7AF9-57BC-EF12-E598C5BEF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C70DF-758D-6A3B-EC4D-62CF618BA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1B6CF-E5E3-44DB-B3BB-07DF0F1F49BE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BAAFC-77EA-0283-A666-082D3F99F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5D950-541F-C7E2-ABF2-A3EACF319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929B4-3C5C-4FC2-89B6-8D02C94028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157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ralphsmeatcompany.com.au/2021/03/reasons-to-have-precision-farming-technology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canada-geographic-information-system-gis-services-vybzf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 building in a cornfield">
            <a:extLst>
              <a:ext uri="{FF2B5EF4-FFF2-40B4-BE49-F238E27FC236}">
                <a16:creationId xmlns:a16="http://schemas.microsoft.com/office/drawing/2014/main" id="{9D2A5058-C1DE-4788-C448-F437B78E4B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F3AE1-2699-23A8-13AB-6C3CF1A15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2179961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ZA" sz="4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AI and IoT Based Smart Irrigation System for Water-Efficient Crop Production</a:t>
            </a:r>
            <a:br>
              <a:rPr lang="en-ZA" dirty="0"/>
            </a:br>
            <a:br>
              <a:rPr lang="en-ZA" sz="340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4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3CB6-27DD-CCA5-9A9E-23B14D35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Presented by: Sambo Tshepang</a:t>
            </a:r>
            <a:endParaRPr lang="en-ZA" sz="3200" b="1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96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B844A-AD71-6120-D1C6-6C90D298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 dirty="0"/>
              <a:t>INTRODUCTION</a:t>
            </a:r>
            <a:endParaRPr lang="en-ZA" sz="4600" dirty="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348AD4C-84A0-CD08-4810-3F018EE78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86" y="2915457"/>
            <a:ext cx="4243589" cy="3320668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Agriculture uses 70% of global freshwater</a:t>
            </a:r>
          </a:p>
          <a:p>
            <a:r>
              <a:rPr lang="en-US" sz="2600" dirty="0"/>
              <a:t>Inefficient irrigation leads to water waste, lower yields, and higher costs</a:t>
            </a:r>
          </a:p>
          <a:p>
            <a:r>
              <a:rPr lang="en-US" sz="2600" dirty="0"/>
              <a:t>Climate change intensifies water scarcity</a:t>
            </a:r>
          </a:p>
          <a:p>
            <a:r>
              <a:rPr lang="en-US" sz="2600" dirty="0"/>
              <a:t>Our solution: AI + IoT for precise, data-driven irrigation</a:t>
            </a:r>
          </a:p>
        </p:txBody>
      </p:sp>
      <p:pic>
        <p:nvPicPr>
          <p:cNvPr id="19" name="Picture 18" descr="Green building in a cornfield">
            <a:extLst>
              <a:ext uri="{FF2B5EF4-FFF2-40B4-BE49-F238E27FC236}">
                <a16:creationId xmlns:a16="http://schemas.microsoft.com/office/drawing/2014/main" id="{0C924699-2AB2-83AB-53AF-49608DC26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6" r="2419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12834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CA71C0-90BB-7775-5DF6-54F7AF3F7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STATEMENT</a:t>
            </a:r>
            <a:endParaRPr lang="en-ZA" sz="40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EEF01A8-6AB2-24C9-C8EC-4D0D3FEA7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152358"/>
            <a:ext cx="5334197" cy="4087722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Fixed irrigation schedules → overwatering or underwatering</a:t>
            </a:r>
          </a:p>
          <a:p>
            <a:r>
              <a:rPr lang="en-US" sz="2000" dirty="0"/>
              <a:t>Negative impacts:</a:t>
            </a:r>
          </a:p>
          <a:p>
            <a:pPr lvl="1"/>
            <a:r>
              <a:rPr lang="en-US" sz="2000" dirty="0"/>
              <a:t>Reduced crop yields</a:t>
            </a:r>
          </a:p>
          <a:p>
            <a:pPr lvl="1"/>
            <a:r>
              <a:rPr lang="en-US" sz="2000" dirty="0"/>
              <a:t>Soil degradation</a:t>
            </a:r>
          </a:p>
          <a:p>
            <a:pPr lvl="1"/>
            <a:r>
              <a:rPr lang="en-US" sz="2000" dirty="0"/>
              <a:t>Higher production costs</a:t>
            </a:r>
          </a:p>
          <a:p>
            <a:pPr lvl="1"/>
            <a:r>
              <a:rPr lang="en-US" sz="2000" dirty="0"/>
              <a:t>Fertilizer runoff</a:t>
            </a:r>
          </a:p>
        </p:txBody>
      </p:sp>
      <p:pic>
        <p:nvPicPr>
          <p:cNvPr id="17" name="Picture 16" descr="Green and dry land">
            <a:extLst>
              <a:ext uri="{FF2B5EF4-FFF2-40B4-BE49-F238E27FC236}">
                <a16:creationId xmlns:a16="http://schemas.microsoft.com/office/drawing/2014/main" id="{CDBA9A0E-BF59-F285-5B17-DB6CD94B7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39" r="34897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72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10BE5-8F1A-61F3-CD09-C92B2685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38" y="1620163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/>
              <a:t>PROPOSED SOLUTION</a:t>
            </a:r>
            <a:endParaRPr lang="en-ZA" sz="4000" dirty="0"/>
          </a:p>
        </p:txBody>
      </p:sp>
      <p:pic>
        <p:nvPicPr>
          <p:cNvPr id="7" name="Graphic 6" descr="Explosion">
            <a:extLst>
              <a:ext uri="{FF2B5EF4-FFF2-40B4-BE49-F238E27FC236}">
                <a16:creationId xmlns:a16="http://schemas.microsoft.com/office/drawing/2014/main" id="{986D5813-79B7-738F-9275-78D4689BA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7AB5-3405-936E-C4BA-40019079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2733666"/>
            <a:ext cx="9804575" cy="3001781"/>
          </a:xfrm>
        </p:spPr>
        <p:txBody>
          <a:bodyPr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Integrates historical &amp; real-time data: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Rainfall, soil properties, crop needs, weather forecasts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Uses AI analytics to: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Calculate precise water requirements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Results delivered via computer interface to farmers and planners</a:t>
            </a:r>
          </a:p>
        </p:txBody>
      </p:sp>
    </p:spTree>
    <p:extLst>
      <p:ext uri="{BB962C8B-B14F-4D97-AF65-F5344CB8AC3E}">
        <p14:creationId xmlns:p14="http://schemas.microsoft.com/office/powerpoint/2010/main" val="420966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6F57E-2F42-2C50-7913-923B5519B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813" r="2781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3A7B1-372C-EBD2-8317-A6064D87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AIM &amp;OBJECTIVES</a:t>
            </a:r>
            <a:endParaRPr lang="en-ZA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25A8-2ECF-2ECB-F48C-3B015310A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1964986"/>
            <a:ext cx="5247340" cy="4275092"/>
          </a:xfrm>
        </p:spPr>
        <p:txBody>
          <a:bodyPr anchor="ctr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Aim:</a:t>
            </a:r>
            <a:br>
              <a:rPr lang="en-US" sz="2200" dirty="0"/>
            </a:br>
            <a:r>
              <a:rPr lang="en-US" sz="2200" dirty="0"/>
              <a:t>To develop an AI and IoT-driven smart irrigation system that optimizes water use, improves crop yields, and supports sustainable farming.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Objectives: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Use IoT sensors for real-time monitoring of soil moisture and weather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Achieve at least 30% reduction in agricultural water use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Provide farmers with clear, actionable insights via a digital interface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B299-2E8F-3F16-3313-C79B99DCD321}"/>
              </a:ext>
            </a:extLst>
          </p:cNvPr>
          <p:cNvSpPr txBox="1"/>
          <p:nvPr/>
        </p:nvSpPr>
        <p:spPr>
          <a:xfrm>
            <a:off x="3112773" y="6657945"/>
            <a:ext cx="229742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4" tooltip="https://www.ralphsmeatcompany.com.au/2021/03/reasons-to-have-precision-farming-technolog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Z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74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9CD09-FA9E-E9E5-7D15-0758D4B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3239218" cy="2608143"/>
          </a:xfrm>
        </p:spPr>
        <p:txBody>
          <a:bodyPr anchor="t">
            <a:normAutofit/>
          </a:bodyPr>
          <a:lstStyle/>
          <a:p>
            <a:pPr algn="ctr"/>
            <a:r>
              <a:rPr lang="en-ZA" sz="4000"/>
              <a:t>TOOLS &amp; INTEGRATIONS USED</a:t>
            </a:r>
            <a:endParaRPr lang="en-ZA" sz="4000" dirty="0"/>
          </a:p>
        </p:txBody>
      </p:sp>
      <p:pic>
        <p:nvPicPr>
          <p:cNvPr id="7" name="Graphic 6" descr="Farm scene">
            <a:extLst>
              <a:ext uri="{FF2B5EF4-FFF2-40B4-BE49-F238E27FC236}">
                <a16:creationId xmlns:a16="http://schemas.microsoft.com/office/drawing/2014/main" id="{6EA18264-7E62-61D6-6C4E-018E23D51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5874" y="2590799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E1DA7-57B3-35E6-B0F5-8F58A9EF6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038" y="304800"/>
            <a:ext cx="7511496" cy="62934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1. HARDWARE SIMULATION</a:t>
            </a:r>
          </a:p>
          <a:p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Proteus 8 – Simulated IoT circuits </a:t>
            </a:r>
          </a:p>
          <a:p>
            <a:pPr marL="0" indent="0">
              <a:buNone/>
            </a:pPr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2. FARMER INTERFACE</a:t>
            </a:r>
          </a:p>
          <a:p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Real-time graphs – Moisture trends over time</a:t>
            </a:r>
          </a:p>
          <a:p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SMS Alerts – For areas with poor internet</a:t>
            </a:r>
          </a:p>
          <a:p>
            <a:pPr marL="0" indent="0">
              <a:buNone/>
            </a:pPr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3. API INTEGRATIONS</a:t>
            </a:r>
          </a:p>
          <a:p>
            <a:r>
              <a:rPr lang="en-ZA" sz="3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Weather Data</a:t>
            </a:r>
            <a:r>
              <a:rPr lang="en-ZA" sz="34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: </a:t>
            </a:r>
            <a:r>
              <a:rPr lang="en-ZA" sz="34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weatherapi.com</a:t>
            </a:r>
          </a:p>
        </p:txBody>
      </p:sp>
    </p:spTree>
    <p:extLst>
      <p:ext uri="{BB962C8B-B14F-4D97-AF65-F5344CB8AC3E}">
        <p14:creationId xmlns:p14="http://schemas.microsoft.com/office/powerpoint/2010/main" val="400254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AD9F2-18CB-FCB4-3D22-691AA4E9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200" dirty="0"/>
              <a:t>EXPECTED BENEFITS</a:t>
            </a:r>
            <a:endParaRPr lang="en-ZA" sz="6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B851CB-0C1E-9720-9C9A-7DE38DEB1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43788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623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F84F-7CAE-AFDB-C95E-417E1998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742909"/>
          </a:xfrm>
        </p:spPr>
        <p:txBody>
          <a:bodyPr anchor="t">
            <a:normAutofit/>
          </a:bodyPr>
          <a:lstStyle/>
          <a:p>
            <a:r>
              <a:rPr lang="en-US" sz="3200" dirty="0"/>
              <a:t>CONCLUSION</a:t>
            </a:r>
            <a:endParaRPr lang="en-Z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13A5D-BE1C-2E70-7A65-61F7AD7DB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145" r="15744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64EB-C201-B76F-3488-972ADFFB6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264898"/>
            <a:ext cx="3434180" cy="3877485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Smart irrigation = smarter farming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Combines AI with IoT for precision, efficiency, and sustainability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Supports water conservation, higher yields, and farmer resilience</a:t>
            </a:r>
          </a:p>
          <a:p>
            <a:pPr marL="0" indent="0">
              <a:lnSpc>
                <a:spcPct val="110000"/>
              </a:lnSpc>
              <a:buNone/>
            </a:pP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75658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Handshake">
            <a:extLst>
              <a:ext uri="{FF2B5EF4-FFF2-40B4-BE49-F238E27FC236}">
                <a16:creationId xmlns:a16="http://schemas.microsoft.com/office/drawing/2014/main" id="{FF171CC4-0C48-F54D-045D-60CBFD44B74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3490" y="914400"/>
            <a:ext cx="496881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0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293</Words>
  <Application>Microsoft Office PowerPoint</Application>
  <PresentationFormat>Widescreen</PresentationFormat>
  <Paragraphs>51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Montserrat</vt:lpstr>
      <vt:lpstr>Office Theme</vt:lpstr>
      <vt:lpstr>AI and IoT Based Smart Irrigation System for Water-Efficient Crop Production  </vt:lpstr>
      <vt:lpstr>INTRODUCTION</vt:lpstr>
      <vt:lpstr>PROBLEM STATEMENT</vt:lpstr>
      <vt:lpstr>PROPOSED SOLUTION</vt:lpstr>
      <vt:lpstr>AIM &amp;OBJECTIVES</vt:lpstr>
      <vt:lpstr>TOOLS &amp; INTEGRATIONS USED</vt:lpstr>
      <vt:lpstr>EXPECTED BENEFITS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Tshepang Sambo</dc:creator>
  <cp:lastModifiedBy>Tshepang Sambo</cp:lastModifiedBy>
  <cp:revision>27</cp:revision>
  <dcterms:created xsi:type="dcterms:W3CDTF">2026-01-20T11:56:46Z</dcterms:created>
  <dcterms:modified xsi:type="dcterms:W3CDTF">2026-01-29T11:14:03Z</dcterms:modified>
</cp:coreProperties>
</file>